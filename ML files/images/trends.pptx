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1EC8-8B10-D31D-497E-0182FCE37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AED9D-CD0B-C629-E6D1-CE5085210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88589-F564-22FE-6986-0C27A997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9D4B-6616-B1D1-7A4D-FD1085BE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8F843-CF03-8884-B8F8-3E54F061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2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2947-4A9E-1B76-44F0-465E92CE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58B6-130F-A777-1880-AB2C28BD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4EC25-26D6-D08F-0AC9-98DF7309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72D8B-7DF6-748E-8D64-59771E4F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F0C6D-79CF-FD77-AD7D-FC37D66D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3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CA1E-FAED-8421-2E17-0BE6F90C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D4EF7-70DA-1455-5599-EF0D1F95D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C4FCB-E08A-01B2-95C5-AD8450D6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8DDE2-951B-E536-AC8B-A87CE2FC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D854-B71C-71A0-6888-922A4FB4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8919-D674-B58F-4856-79A8E48D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1693-EEB3-6568-4770-ADD72D3A7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23843-3F48-A608-7828-50C926798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55A83-DED0-EBE9-A03E-79B5B1AA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FA13C-4CE1-262F-B5DB-9089DD33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A2A99-F2CB-E7A5-4336-1BB054ACD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3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99EB-07FA-A883-62D7-23FE4CC4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19F2D-4619-5965-6E17-FD68E815D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513D1-A843-3FF3-332C-052F1A6BD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CE5D0-5920-3626-69FC-71E40222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E2201-0621-C664-EFE6-7CC509B8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95B15F-4602-7A45-CEEC-ECC5B462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8028C-C63F-83A4-E29B-FAA209B0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8AB74-7BA8-B02E-F239-510CA54E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1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8637-4F71-D060-04BA-69174170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6BEBD-C892-9B57-45E2-12EEE76B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C00A2-FB25-6C08-5832-93EDDEB6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0CA68-0804-98F7-AEB8-796BE9D9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2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C5EA5-015C-F0DF-82D0-CD35515E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5350F-3509-15EC-F711-1B0E32F5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D1B2-51FE-2598-0A88-468A6C15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9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97B9-69FC-2824-9477-7399AE85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12162-25EE-A416-1A1D-F305AC9DB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895F-FB80-752A-AE4C-89807624C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0FBFE-E249-AB82-467F-5A18CE23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C734D-0D29-879E-B751-39FE8568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7CDA4-8150-BC99-7224-02680233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BC38-E5FA-F396-7E23-B75F3FBC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4499E-5D76-2DF0-28AD-32D2085CD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41AD6-0B99-1017-9F8D-E644205A9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FE99C-F1ED-76A4-017C-2C2454E7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6CBE3-AB31-3A93-DD62-86B1B7D2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10445-FED9-990F-13E6-E5331D96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6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97FB-B5E5-4995-C6AD-1DE189DC5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AF423-1ABC-4F83-7B62-92DC8B636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320C-4038-4F65-9892-A76B840A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0A243-1F11-7B9F-E77F-E2FB6E53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F260A-E99B-3E93-269F-0AA4BC73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6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CCECD-6420-2384-0F12-50481E42A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7CFCE-DB83-979D-4BF0-C19E6519D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9E99-C6E9-76A1-0E76-E0B71AE7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C413-DCE0-31FA-3934-386DF93E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7F516-922A-F939-86CB-3F16983E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C696A-F984-4ADF-FEB0-EE4097E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A5998-4501-1CFB-25AF-EA6A91B3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8549-DCE2-D27D-14D5-910B68817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AEE5A-FCB4-4E74-9382-94F9226CCF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8B2FE-47FE-ECE0-C71B-2402E6224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E123C-68FE-EBF5-57D3-043BA073C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E3203-7A92-4036-95F6-7B7E696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6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B7E692-6CC0-9246-D319-EDDC55092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428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5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8FA0-9D65-6770-DC83-A0CC2EC9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0D954-68A2-F548-4B4F-669BC0909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63" y="442731"/>
            <a:ext cx="11945074" cy="597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6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EDBB-28F5-8BEF-B460-D05F6F8B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30726-AAA8-0F13-E0CB-9C87B732E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608" y="141790"/>
            <a:ext cx="13148840" cy="657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0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9E6E-34EC-2C31-3C7B-218A947D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45834-FDF7-A84A-6806-255591973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428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2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FBF18-FD0C-DA04-094E-06ED6038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23FE36-270E-0566-E8B5-E05ECD7EA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562"/>
            <a:ext cx="12192000" cy="598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35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Maneet Gupta</dc:creator>
  <cp:lastModifiedBy>Maneet Gupta</cp:lastModifiedBy>
  <cp:revision>1</cp:revision>
  <dcterms:created xsi:type="dcterms:W3CDTF">2026-02-13T11:55:35Z</dcterms:created>
  <dcterms:modified xsi:type="dcterms:W3CDTF">2026-02-13T12:02:21Z</dcterms:modified>
</cp:coreProperties>
</file>